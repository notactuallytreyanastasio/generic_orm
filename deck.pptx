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000000"/>
                </a:solidFill>
                <a:latin typeface="Helvetica Neue"/>
              </a:rPr>
              <a:t>Temper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999999"/>
                </a:solidFill>
                <a:latin typeface="Helvetica Neue"/>
              </a:rPr>
              <a:t>Write Once, Secure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AAAAA"/>
                </a:solidFill>
                <a:latin typeface="Helvetica Neue"/>
              </a:rPr>
              <a:t>A cross-compiled language for security-critical infrastructure at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378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682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986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3290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594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Lua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898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C#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2027" y="4754880"/>
            <a:ext cx="132588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99999"/>
                </a:solidFill>
                <a:latin typeface="Helvetica Neue"/>
              </a:rPr>
              <a:t>and more to come...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SDK maintenance at scale is a security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087" y="18288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3,600+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AWS service client
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9927" y="18288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12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language
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1767" y="18288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156K+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operation
implementations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A single vulnerability in serialization logic must be patched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independently in every language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 The Java SDK v1→v2 migration spanned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7 years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 Three major SDKs hit end-of-support in 2025 —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zero security patches after cutoff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.NET SDK v3→v4 has a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3-month maintenance window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 vs the 12-month default. The trend is accelerating.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Helvetica Neue"/>
              </a:rPr>
              <a:t>Source: AWS SDKs and Tools maintenance policy,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One source. Six backends. Zero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Temper compiles a single source tree to idiomatic output in 6 languages. Not transpilation — native, typed, importable libraries.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Temper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AAAAA"/>
                </a:solidFill>
                <a:latin typeface="Helvetica Neue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176272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temper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AAAAA"/>
                </a:solidFill>
                <a:latin typeface="Helvetica Neue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21024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ES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1456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Python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Cargo Crate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2752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Lua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73184" y="2468880"/>
            <a:ext cx="10972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55555"/>
                </a:solidFill>
                <a:latin typeface="Helvetica Neue"/>
              </a:rPr>
              <a:t>.NET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120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What Smithy does for 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40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Generates API clients from models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Still requires per-language runtime teams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Security fixes need per-SDK patching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Multi-year major version migrations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5120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What Temper does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Compiles arbitrary logic, not just API shapes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One codebase = one security surface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Fix once, rebuild, done everywhere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Same-day propagation to all backends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A type-safe SQL ORM, running in 6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We built a security-focused ORM with 5 defense layers against SQL injection, compiled it to 6 backends, and built 6 identical todo-list apps to prove it works.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728654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360304"/>
                <a:gridCol w="4076888"/>
                <a:gridCol w="2145731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ORM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SQL Injection Vulns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Express + EJS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from 'orm/src'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Flask + Jinja2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from orm.src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Axum + askama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use orm::src::{...}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Spring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import orm.src.*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Raw socket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require("orm/src")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ASP.NET Razor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using Orm.Src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AAAAA"/>
                </a:solidFill>
                <a:latin typeface="Helvetica Neue"/>
              </a:rPr>
              <a:t>Full MITRE ATT&amp;CK / CWE analysis conducted per app. Reports published in each app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5 compile-time defense layers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"/>
                <a:gridCol w="1931157"/>
                <a:gridCol w="1287438"/>
                <a:gridCol w="6973625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CWE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What It Prevents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SafeIdentifier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Table/column name injection. Regex-validated, sealed class not exported.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Typed SqlPart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Value injection. Sealed interface with exhaustive type dispatch.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SqlBuilder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Structural injection. No appendRaw. Structure and data strictly separated.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Changeset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Mass assignment. cast() requires List&lt;SafeIdentifier&gt;.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Query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Unbounded queries. WHERE accepts only SqlFragment.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These defenses are structural, not advisory. The type system makes it impossible to construct unsafe SQL without deliberately circumventing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FIX ONCE, FIX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3 findings. 1 commit. 6 backends patched.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MITRE analysis identified 3 ORM-level concerns. We fixed all 3 in one Temper commit and rebuilt.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1072865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"/>
                <a:gridCol w="1072865"/>
                <a:gridCol w="3433169"/>
                <a:gridCol w="3218596"/>
                <a:gridCol w="1931157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Finding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ORM-1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Column names passed as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Routed through SafeIdentifier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ORM-2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SqlDate missing quote escaping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Char-by-char escaping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ORM-3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SqlFloat64 produces NaN/Infinity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Renders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ORM-4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Escaping-based, not parameterized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Design limitation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Acknowledged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389120"/>
            <a:ext cx="10728655" cy="1097280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AAAAAA"/>
                </a:solidFill>
                <a:latin typeface="Courier New"/>
              </a:rPr>
              <a:t>// One change in Temper source (changeset.temper.md)</a:t>
            </a:r>
          </a:p>
          <a:p>
            <a:r>
              <a:rPr sz="1100" b="0" i="0">
                <a:solidFill>
                  <a:srgbClr val="AAAAAA"/>
                </a:solidFill>
                <a:latin typeface="Courier New"/>
              </a:rPr>
              <a:t>colNames.add(pair.key);</a:t>
            </a:r>
            <a:r>
              <a:rPr sz="1100" b="0" i="0">
                <a:solidFill>
                  <a:srgbClr val="AAAAAA"/>
                </a:solidFill>
                <a:latin typeface="Courier New"/>
              </a:rPr>
              <a:t>           // raw String</a:t>
            </a:r>
          </a:p>
          <a:p>
            <a:r>
              <a:rPr sz="1100" b="1" i="0">
                <a:solidFill>
                  <a:srgbClr val="000000"/>
                </a:solidFill>
                <a:latin typeface="Courier New"/>
              </a:rPr>
              <a:t>colNames.add(fd.name.sqlValue);</a:t>
            </a:r>
            <a:r>
              <a:rPr sz="1100" b="0" i="0">
                <a:solidFill>
                  <a:srgbClr val="555555"/>
                </a:solidFill>
                <a:latin typeface="Courier New"/>
              </a:rPr>
              <a:t>   // SafeIdentifier →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Traditional multi-SDK: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6 PRs, 6 reviews, 6 releases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 Temper: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1 commit, 1 build,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AI-GENERATED ORM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Same prompts. Same goals. Different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Two ORMs built with comparable AI prompts (3–4 prompts, same goals). One in Ruby, one in Temper. Both underwent identical MITRE/CWE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323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000000"/>
                </a:solidFill>
                <a:latin typeface="Helvetica Neu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323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Helvetica Neue"/>
              </a:rPr>
              <a:t>SomeORM </a:t>
            </a:r>
            <a:r>
              <a:rPr sz="1800" b="0" i="0">
                <a:solidFill>
                  <a:srgbClr val="999999"/>
                </a:solidFill>
                <a:latin typeface="Helvetica Neue"/>
              </a:rPr>
              <a:t>(Ruby)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323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CVSS 9.8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171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000000"/>
                </a:solidFill>
                <a:latin typeface="Helvetica Neue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171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Helvetica Neue"/>
              </a:rPr>
              <a:t>Generic ORM </a:t>
            </a:r>
            <a:r>
              <a:rPr sz="1800" b="0" i="0">
                <a:solidFill>
                  <a:srgbClr val="999999"/>
                </a:solidFill>
                <a:latin typeface="Helvetica Neue"/>
              </a:rPr>
              <a:t>(Temper)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171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0 injection vulnerabilities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1527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DDDDDD"/>
                </a:solidFill>
                <a:latin typeface="Helvetica Neue"/>
              </a:rPr>
              <a:t>vs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023360"/>
          <a:ext cx="10728654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596"/>
                <a:gridCol w="3755029"/>
                <a:gridCol w="375502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SomeORM (Ruby)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Generic ORM (Temper)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SQL injection vulnerabilities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9 critical/high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Identifier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None — direct interpolation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SafeIdentifier sealed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Value escaping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Single-quote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Typed SqlPart hierarchy (6 types)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Mass assignment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Changeset cast() whitelist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Languages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Fix propagation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Automatic — 1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CONVENTIONAL ORM: 9 ATTACK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What AI-generated code looks like without Temper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7286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146"/>
                <a:gridCol w="965578"/>
                <a:gridCol w="2360304"/>
                <a:gridCol w="751005"/>
                <a:gridCol w="622261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CWE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Attack 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CVSS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Exploit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Table name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from("users; DROP TABLE users; --")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SELECT field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select("(SELECT password FROM admin)")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WHERE raw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where("id = #{user_input}")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Comparison field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eq("id) OR 1=1; --",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GROUP BY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group_by("user_id; DROP TABLE")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ORDER BY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order_by("id; DROP TABLE")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Direction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order_by("id", direction: "ASC; --")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LIMIT type confusion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limit("10; DROP TABLE")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CWE-116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Incomplete escaping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Backslash, NULL byte,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Every one of these is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structurally impossible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 in the Temper ORM. Prevented by the type system, not developer discipline.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AI-FIRST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Temper makes AI-generated code secure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The question is not whether AI writes your code. It is whether the language constrains AI to produce safe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120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Without Temper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AI generates plausible but insecure SQL builders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String concatenation is the path of least resistance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Escaping bugs are subtle and language-specific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Each language needs independent security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9 critical vulns from 3–4 prompts (SomeORM)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12064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With Temper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175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Type system prevents unsafe SQL construction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SafeIdentifier + sealed interfaces = no bypass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AI cannot accidentally skip validation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One security review covers all 6 backends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—  0 vulnerabilities from same-effort prompts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36576" cy="640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105000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99999"/>
                </a:solidFill>
                <a:latin typeface="Helvetica Neue"/>
              </a:rPr>
              <a:t>The best security does not depend on the developer — or the AI — remembering to do the right thing. Temper makes the wrong thing impossible to express.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This entire project was built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Everything in this deck was produced by a single developer working with Claude. The ORM, the apps, the security analysis, the fixes, and this deck itself.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728653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023"/>
                <a:gridCol w="4076888"/>
                <a:gridCol w="364774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What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How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999999"/>
                          </a:solidFill>
                          <a:latin typeface="Helvetica Neue"/>
                        </a:rPr>
                        <a:t>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ORM source (Temper)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AI-generated with iterative prompts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5 defense layers, 56 tests, 0 vulns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6 todo-list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AI-generated per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6 frameworks, identical functionality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CI/CD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AI-generated 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12 repos, automated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MITRE/CWE security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AI-conducted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4 ORM findings, 0 app-level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Bug fixes (ORM-1/2/3)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AI-identified and AI-fixed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1 commit, 6 backends patched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AI grepped compiled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Helvetica Neue"/>
                        </a:rPr>
                        <a:t>Fixes confirmed in all backends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The AI did not need to know 6 languages to secure 6 backends. It worked in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one language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 and the compiler did the rest. This is the workflow AI-driven development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THE 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Why AI agents need typed, cross-compiled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As AI coding agents move from autocomplete to autonomous engineering, the infrastructure they build on determines whether their output is safe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120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Helvetica Neue"/>
              </a:rPr>
              <a:t>The problem with AI + conventional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AI generates idiomatic code — including idiomatic mistakes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Ruby, Python, JS all allow raw string SQL with zero friction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An agent building SDKs must learn security patterns per language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Review burden multiplies: N languages × M agents × K services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 single missed escaping call in one language = a CVE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1206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Helvetica Neue"/>
              </a:rPr>
              <a:t>The advantage of AI + Temper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17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AI writes to a single type system with enforced invariants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Sealed interfaces make entire vulnerability classes unrepresentable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Agents work at the abstraction level, not the language level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Review burden is constant: 1 source, regardless of target count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Helvetica Neue"/>
              </a:rPr>
              <a:t>—  Adding a 7th backend target requires zero security re-audit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Temper does not make AI smarter. It makes AI's mistakes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structurally harmless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AI + CODE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Review once, ship to every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The bottleneck in AI-driven development is not code generation. It is code review. Temper compresses the review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12×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review burden today
(one per language)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560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DDDDDD"/>
                </a:solidFill>
                <a:latin typeface="Helvetica Neue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1×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review burden with Temper
(one source of truth)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AI generates a Temper library — human reviews one codebase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Approved code compiles to all targets with identical security properties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No per-language security specialists needed for generated 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Audit trail is one git history, not twelve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When your organization ships SDKs in 12 languages, the difference between reviewing 12 AI-generated codebases and reviewing 1 is the difference between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possible and impossible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What if SDK security was a single source of truth?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3,600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libraries to patch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2194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DDDDDD"/>
                </a:solidFill>
                <a:latin typeface="Helvetica Neue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300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Temper sources to maintain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Helvetica Neue"/>
              </a:rPr>
              <a:t>AWS manages 300+ services across 12 languages. A single vulnerability requires coordinated patches across: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12 SDK repositories with independent release cycles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8+ package registries (npm, PyPI, Maven, NuGet, crates.io, RubyGems, Packagist, Go proxy)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Helvetica Neue"/>
              </a:rPr>
              <a:t>—  Daily releases that must be synchronized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Helvetica Neue"/>
              </a:rPr>
              <a:t/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With Temper, security logic lives in </a:t>
            </a:r>
            <a:r>
              <a:rPr sz="1600" b="1" i="0">
                <a:solidFill>
                  <a:srgbClr val="000000"/>
                </a:solidFill>
                <a:latin typeface="Helvetica Neue"/>
              </a:rPr>
              <a:t>one place</a:t>
            </a:r>
            <a:r>
              <a:rPr sz="1600" b="0" i="0">
                <a:solidFill>
                  <a:srgbClr val="555555"/>
                </a:solidFill>
                <a:latin typeface="Helvetica Neue"/>
              </a:rPr>
              <a:t>. A fix compiles to all targets in a single build. No coordination. No drift.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99999"/>
                </a:solidFill>
                <a:latin typeface="Helvetica Neue"/>
              </a:rPr>
              <a:t>BEYOND THIS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Where Temper changes the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SDK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API clients, serialization, auth flows, retry logic — write once, ship to every language your customers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Security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Crypto wrappers, input validators, token parsers — the code that must be correct everywhere gets one audit, not twelve.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Data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Schema validators, sanitizers, format parsers — consistent behavior across frontend, backend, and systems languages.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1206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Helvetica Neue"/>
              </a:rPr>
              <a:t>AI-Safe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720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Helvetica Neue"/>
              </a:rPr>
              <a:t>Typed guardrails that prevent entire categories of bugs regardless of what generates the code — human or 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11111"/>
                </a:solidFill>
                <a:latin typeface="Helvetica Neue"/>
              </a:rPr>
              <a:t>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3767" y="1371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0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SQL injection vulnerabilities
across 6 backends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8487" y="1371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1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commit to fix 3 findings
in all 6 languages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3207" y="13716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56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tests passing
after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767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9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critical vulns in conventional
AI-generated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8487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6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language targets
from single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3207" y="3200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00000"/>
                </a:solidFill>
                <a:latin typeface="Helvetica Neue"/>
              </a:rPr>
              <a:t>5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999999"/>
                </a:solidFill>
                <a:latin typeface="Helvetica Neue"/>
              </a:rPr>
              <a:t>compile-time
defense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99999"/>
                </a:solidFill>
                <a:latin typeface="Helvetica Neue"/>
              </a:rPr>
              <a:t>Temper does not just reduce development surface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0000"/>
                </a:solidFill>
                <a:latin typeface="Helvetica Neue"/>
              </a:rPr>
              <a:t>It makes security a compile-time guarantee, not a runtime hope.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Helvetica Neue"/>
              </a:rPr>
              <a:t>github.com/temperlang/temper</a:t>
            </a:r>
            <a:r>
              <a:rPr sz="1100" b="0" i="0">
                <a:solidFill>
                  <a:srgbClr val="AAAAAA"/>
                </a:solidFill>
                <a:latin typeface="Helvetica Neue"/>
              </a:rPr>
              <a:t>  •  </a:t>
            </a:r>
            <a:r>
              <a:rPr sz="1100" b="0" i="0">
                <a:solidFill>
                  <a:srgbClr val="AAAAAA"/>
                </a:solidFill>
                <a:latin typeface="Helvetica Neue"/>
              </a:rPr>
              <a:t>github.com/notactuallytreyanastasio/generic_orm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